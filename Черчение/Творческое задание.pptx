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44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551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06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90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55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02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98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76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71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1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41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94BC9-DE03-4DF2-9E1D-6ACCC6BE7BA4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FE2BF-0392-413F-BA90-68E177A0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17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987914"/>
            <a:ext cx="9144000" cy="882173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Verdana" panose="020B0604030504040204" pitchFamily="34" charset="0"/>
                <a:ea typeface="Verdana" panose="020B0604030504040204" pitchFamily="34" charset="0"/>
              </a:rPr>
              <a:t>Творческое задание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7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Verdana" panose="020B0604030504040204" pitchFamily="34" charset="0"/>
                <a:ea typeface="Verdana" panose="020B0604030504040204" pitchFamily="34" charset="0"/>
              </a:rPr>
              <a:t>Основные задачи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0416" y="1690688"/>
            <a:ext cx="625203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>
                <a:latin typeface="Verdana" panose="020B0604030504040204" pitchFamily="34" charset="0"/>
                <a:ea typeface="Verdana" panose="020B0604030504040204" pitchFamily="34" charset="0"/>
              </a:rPr>
              <a:t>Уметь выполнять:</a:t>
            </a:r>
          </a:p>
          <a:p>
            <a:endParaRPr lang="ru-RU" sz="4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000" dirty="0" smtClean="0">
                <a:latin typeface="Verdana" panose="020B0604030504040204" pitchFamily="34" charset="0"/>
                <a:ea typeface="Verdana" panose="020B0604030504040204" pitchFamily="34" charset="0"/>
              </a:rPr>
              <a:t>Чертёж</a:t>
            </a:r>
          </a:p>
          <a:p>
            <a:endParaRPr lang="ru-RU" sz="4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000" dirty="0" smtClean="0">
                <a:latin typeface="Verdana" panose="020B0604030504040204" pitchFamily="34" charset="0"/>
                <a:ea typeface="Verdana" panose="020B0604030504040204" pitchFamily="34" charset="0"/>
              </a:rPr>
              <a:t>Технический рисунок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4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000" dirty="0" smtClean="0">
                <a:latin typeface="Verdana" panose="020B0604030504040204" pitchFamily="34" charset="0"/>
                <a:ea typeface="Verdana" panose="020B0604030504040204" pitchFamily="34" charset="0"/>
              </a:rPr>
              <a:t>Эскиз</a:t>
            </a:r>
            <a:endParaRPr lang="ru-RU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004" y="1269507"/>
            <a:ext cx="4151796" cy="413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25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152" y="149416"/>
            <a:ext cx="9941981" cy="1253256"/>
          </a:xfrm>
        </p:spPr>
        <p:txBody>
          <a:bodyPr>
            <a:normAutofit/>
          </a:bodyPr>
          <a:lstStyle/>
          <a:p>
            <a:r>
              <a:rPr lang="ru-RU" sz="6000" dirty="0" smtClean="0">
                <a:latin typeface="Verdana" panose="020B0604030504040204" pitchFamily="34" charset="0"/>
                <a:ea typeface="Verdana" panose="020B0604030504040204" pitchFamily="34" charset="0"/>
              </a:rPr>
              <a:t>Эскиз</a:t>
            </a:r>
            <a:endParaRPr lang="ru-RU" sz="6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630" y="0"/>
            <a:ext cx="9191348" cy="686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35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61152" y="149416"/>
            <a:ext cx="9941981" cy="1253256"/>
          </a:xfrm>
        </p:spPr>
        <p:txBody>
          <a:bodyPr>
            <a:normAutofit/>
          </a:bodyPr>
          <a:lstStyle/>
          <a:p>
            <a:r>
              <a:rPr lang="ru-RU" sz="6000" dirty="0" smtClean="0">
                <a:latin typeface="Verdana" panose="020B0604030504040204" pitchFamily="34" charset="0"/>
                <a:ea typeface="Verdana" panose="020B0604030504040204" pitchFamily="34" charset="0"/>
              </a:rPr>
              <a:t>Задание</a:t>
            </a:r>
            <a:endParaRPr lang="ru-RU" sz="6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16240"/>
            <a:ext cx="5706607" cy="564176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02" y="541539"/>
            <a:ext cx="6656798" cy="62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4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152" y="149416"/>
            <a:ext cx="9941981" cy="1253256"/>
          </a:xfrm>
        </p:spPr>
        <p:txBody>
          <a:bodyPr>
            <a:normAutofit/>
          </a:bodyPr>
          <a:lstStyle/>
          <a:p>
            <a:r>
              <a:rPr lang="ru-RU" sz="6000" dirty="0" smtClean="0">
                <a:latin typeface="Verdana" panose="020B0604030504040204" pitchFamily="34" charset="0"/>
                <a:ea typeface="Verdana" panose="020B0604030504040204" pitchFamily="34" charset="0"/>
              </a:rPr>
              <a:t>Технический рисунок</a:t>
            </a:r>
            <a:endParaRPr lang="ru-RU" sz="6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52" y="1242790"/>
            <a:ext cx="4006048" cy="541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052" y="1242790"/>
            <a:ext cx="3971365" cy="529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93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61152" y="149416"/>
            <a:ext cx="9941981" cy="1253256"/>
          </a:xfrm>
        </p:spPr>
        <p:txBody>
          <a:bodyPr>
            <a:normAutofit/>
          </a:bodyPr>
          <a:lstStyle/>
          <a:p>
            <a:r>
              <a:rPr lang="ru-RU" sz="6000" dirty="0" smtClean="0">
                <a:latin typeface="Verdana" panose="020B0604030504040204" pitchFamily="34" charset="0"/>
                <a:ea typeface="Verdana" panose="020B0604030504040204" pitchFamily="34" charset="0"/>
              </a:rPr>
              <a:t>Задание</a:t>
            </a:r>
            <a:endParaRPr lang="ru-RU" sz="6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4" y="1675943"/>
            <a:ext cx="9134475" cy="506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0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152" y="149416"/>
            <a:ext cx="9941981" cy="1253256"/>
          </a:xfrm>
        </p:spPr>
        <p:txBody>
          <a:bodyPr>
            <a:normAutofit/>
          </a:bodyPr>
          <a:lstStyle/>
          <a:p>
            <a:r>
              <a:rPr lang="ru-RU" sz="6000" dirty="0" smtClean="0">
                <a:latin typeface="Verdana" panose="020B0604030504040204" pitchFamily="34" charset="0"/>
                <a:ea typeface="Verdana" panose="020B0604030504040204" pitchFamily="34" charset="0"/>
              </a:rPr>
              <a:t>Чертёж</a:t>
            </a:r>
            <a:endParaRPr lang="ru-RU" sz="6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1263424"/>
            <a:ext cx="7724775" cy="496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05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519327" y="247650"/>
            <a:ext cx="3482173" cy="1253256"/>
          </a:xfrm>
        </p:spPr>
        <p:txBody>
          <a:bodyPr>
            <a:normAutofit/>
          </a:bodyPr>
          <a:lstStyle/>
          <a:p>
            <a:r>
              <a:rPr lang="ru-RU" sz="6000" dirty="0" smtClean="0">
                <a:latin typeface="Verdana" panose="020B0604030504040204" pitchFamily="34" charset="0"/>
                <a:ea typeface="Verdana" panose="020B0604030504040204" pitchFamily="34" charset="0"/>
              </a:rPr>
              <a:t>Задание</a:t>
            </a:r>
            <a:endParaRPr lang="ru-RU" sz="6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8550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492" y="3771900"/>
            <a:ext cx="52197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0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127000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Verdana" panose="020B0604030504040204" pitchFamily="34" charset="0"/>
                <a:ea typeface="Verdana" panose="020B0604030504040204" pitchFamily="34" charset="0"/>
              </a:rPr>
              <a:t>Домашняя работа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65125"/>
            <a:ext cx="5781675" cy="643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756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</Words>
  <Application>Microsoft Office PowerPoint</Application>
  <PresentationFormat>Широкоэкранный</PresentationFormat>
  <Paragraphs>16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Тема Office</vt:lpstr>
      <vt:lpstr>Творческое задание</vt:lpstr>
      <vt:lpstr>Основные задачи</vt:lpstr>
      <vt:lpstr>Эскиз</vt:lpstr>
      <vt:lpstr>Задание</vt:lpstr>
      <vt:lpstr>Технический рисунок</vt:lpstr>
      <vt:lpstr>Задание</vt:lpstr>
      <vt:lpstr>Чертёж</vt:lpstr>
      <vt:lpstr>Задание</vt:lpstr>
      <vt:lpstr>Домашняя работа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Творческое задание</dc:title>
  <dc:creator>sutyagin andrey</dc:creator>
  <cp:lastModifiedBy>sutyagin andrey</cp:lastModifiedBy>
  <cp:revision>4</cp:revision>
  <dcterms:created xsi:type="dcterms:W3CDTF">2025-10-22T22:09:24Z</dcterms:created>
  <dcterms:modified xsi:type="dcterms:W3CDTF">2025-10-23T19:47:15Z</dcterms:modified>
</cp:coreProperties>
</file>