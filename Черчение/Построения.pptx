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0" r:id="rId14"/>
    <p:sldId id="273" r:id="rId15"/>
    <p:sldId id="271" r:id="rId16"/>
    <p:sldId id="272" r:id="rId17"/>
    <p:sldId id="269" r:id="rId1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>
      <p:cViewPr varScale="1">
        <p:scale>
          <a:sx n="121" d="100"/>
          <a:sy n="121" d="100"/>
        </p:scale>
        <p:origin x="744" y="17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19417-A0EA-490C-823D-50673DD0D6BA}" type="datetimeFigureOut">
              <a:rPr lang="ru-RU" smtClean="0"/>
              <a:pPr/>
              <a:t>17.10.2025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9A7D2-470D-4C27-8E80-016D8F02090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19417-A0EA-490C-823D-50673DD0D6BA}" type="datetimeFigureOut">
              <a:rPr lang="ru-RU" smtClean="0"/>
              <a:pPr/>
              <a:t>17.10.2025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9A7D2-470D-4C27-8E80-016D8F02090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19417-A0EA-490C-823D-50673DD0D6BA}" type="datetimeFigureOut">
              <a:rPr lang="ru-RU" smtClean="0"/>
              <a:pPr/>
              <a:t>17.10.2025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9A7D2-470D-4C27-8E80-016D8F02090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19417-A0EA-490C-823D-50673DD0D6BA}" type="datetimeFigureOut">
              <a:rPr lang="ru-RU" smtClean="0"/>
              <a:pPr/>
              <a:t>17.10.2025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9A7D2-470D-4C27-8E80-016D8F02090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19417-A0EA-490C-823D-50673DD0D6BA}" type="datetimeFigureOut">
              <a:rPr lang="ru-RU" smtClean="0"/>
              <a:pPr/>
              <a:t>17.10.2025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9A7D2-470D-4C27-8E80-016D8F02090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19417-A0EA-490C-823D-50673DD0D6BA}" type="datetimeFigureOut">
              <a:rPr lang="ru-RU" smtClean="0"/>
              <a:pPr/>
              <a:t>17.10.2025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9A7D2-470D-4C27-8E80-016D8F02090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19417-A0EA-490C-823D-50673DD0D6BA}" type="datetimeFigureOut">
              <a:rPr lang="ru-RU" smtClean="0"/>
              <a:pPr/>
              <a:t>17.10.2025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9A7D2-470D-4C27-8E80-016D8F02090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19417-A0EA-490C-823D-50673DD0D6BA}" type="datetimeFigureOut">
              <a:rPr lang="ru-RU" smtClean="0"/>
              <a:pPr/>
              <a:t>17.10.2025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9A7D2-470D-4C27-8E80-016D8F02090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19417-A0EA-490C-823D-50673DD0D6BA}" type="datetimeFigureOut">
              <a:rPr lang="ru-RU" smtClean="0"/>
              <a:pPr/>
              <a:t>17.10.2025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9A7D2-470D-4C27-8E80-016D8F02090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19417-A0EA-490C-823D-50673DD0D6BA}" type="datetimeFigureOut">
              <a:rPr lang="ru-RU" smtClean="0"/>
              <a:pPr/>
              <a:t>17.10.2025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9A7D2-470D-4C27-8E80-016D8F02090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19417-A0EA-490C-823D-50673DD0D6BA}" type="datetimeFigureOut">
              <a:rPr lang="ru-RU" smtClean="0"/>
              <a:pPr/>
              <a:t>17.10.2025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9A7D2-470D-4C27-8E80-016D8F02090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B19417-A0EA-490C-823D-50673DD0D6BA}" type="datetimeFigureOut">
              <a:rPr lang="ru-RU" smtClean="0"/>
              <a:pPr/>
              <a:t>17.10.2025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69A7D2-470D-4C27-8E80-016D8F020900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cdo-rukizcentra\Desktop\7 черчение\этапы чертежа\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95407" y="142852"/>
            <a:ext cx="8987459" cy="635795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Этапы построения </a:t>
            </a:r>
            <a:br>
              <a:rPr lang="ru-RU" dirty="0"/>
            </a:br>
            <a:r>
              <a:rPr lang="ru-RU" dirty="0"/>
              <a:t>чертежа плоской детали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 l="1490" r="50281" b="17647"/>
          <a:stretch>
            <a:fillRect/>
          </a:stretch>
        </p:blipFill>
        <p:spPr bwMode="auto">
          <a:xfrm>
            <a:off x="4095736" y="1643051"/>
            <a:ext cx="4000528" cy="4766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38282" y="428604"/>
            <a:ext cx="8643998" cy="714380"/>
          </a:xfrm>
        </p:spPr>
        <p:txBody>
          <a:bodyPr>
            <a:noAutofit/>
          </a:bodyPr>
          <a:lstStyle/>
          <a:p>
            <a:r>
              <a:rPr lang="ru-RU" sz="3200" dirty="0"/>
              <a:t>1. Анализ формы детали, выбор формата листа</a:t>
            </a:r>
          </a:p>
        </p:txBody>
      </p:sp>
      <p:pic>
        <p:nvPicPr>
          <p:cNvPr id="3074" name="Picture 2" descr="C:\Users\cdo-rukizcentra\Desktop\7 черчение\этапы чертежа\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66976" y="1285860"/>
            <a:ext cx="7282988" cy="514353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1809720" y="357166"/>
            <a:ext cx="8643998" cy="714380"/>
          </a:xfrm>
        </p:spPr>
        <p:txBody>
          <a:bodyPr>
            <a:noAutofit/>
          </a:bodyPr>
          <a:lstStyle/>
          <a:p>
            <a:r>
              <a:rPr lang="ru-RU" sz="3200" dirty="0"/>
              <a:t>2. Габаритный прямоугольник</a:t>
            </a:r>
          </a:p>
        </p:txBody>
      </p:sp>
      <p:pic>
        <p:nvPicPr>
          <p:cNvPr id="4098" name="Picture 2" descr="C:\Users\cdo-rukizcentra\Desktop\7 черчение\этапы чертежа\3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52662" y="1142984"/>
            <a:ext cx="7485292" cy="528641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1809720" y="214290"/>
            <a:ext cx="8643998" cy="714380"/>
          </a:xfrm>
        </p:spPr>
        <p:txBody>
          <a:bodyPr>
            <a:noAutofit/>
          </a:bodyPr>
          <a:lstStyle/>
          <a:p>
            <a:r>
              <a:rPr lang="ru-RU" sz="3200" dirty="0"/>
              <a:t>3. Дополнительные построения</a:t>
            </a:r>
          </a:p>
        </p:txBody>
      </p:sp>
      <p:pic>
        <p:nvPicPr>
          <p:cNvPr id="5122" name="Picture 2" descr="C:\Users\cdo-rukizcentra\Desktop\7 черчение\этапы чертежа\4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09787" y="1071546"/>
            <a:ext cx="7586445" cy="53578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cdo-rukizcentra\Desktop\7 черчение\этапы чертежа\5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24101" y="1214422"/>
            <a:ext cx="7388221" cy="5217856"/>
          </a:xfrm>
          <a:prstGeom prst="rect">
            <a:avLst/>
          </a:prstGeom>
          <a:noFill/>
        </p:spPr>
      </p:pic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1809720" y="428604"/>
            <a:ext cx="8643998" cy="714380"/>
          </a:xfrm>
        </p:spPr>
        <p:txBody>
          <a:bodyPr>
            <a:noAutofit/>
          </a:bodyPr>
          <a:lstStyle/>
          <a:p>
            <a:r>
              <a:rPr lang="ru-RU" sz="3200" dirty="0"/>
              <a:t>4. Основные элементы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1809720" y="285728"/>
            <a:ext cx="8643998" cy="714380"/>
          </a:xfrm>
        </p:spPr>
        <p:txBody>
          <a:bodyPr>
            <a:noAutofit/>
          </a:bodyPr>
          <a:lstStyle/>
          <a:p>
            <a:r>
              <a:rPr lang="ru-RU" sz="3200" dirty="0"/>
              <a:t>5. Выемки и выступы, вырезы</a:t>
            </a:r>
          </a:p>
        </p:txBody>
      </p:sp>
      <p:pic>
        <p:nvPicPr>
          <p:cNvPr id="7170" name="Picture 2" descr="C:\Users\cdo-rukizcentra\Desktop\7 черчение\этапы чертежа\6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09787" y="1000108"/>
            <a:ext cx="7842247" cy="553850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C:\Users\cdo-rukizcentra\Desktop\7 черчение\этапы чертежа\7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24100" y="785795"/>
            <a:ext cx="7429552" cy="524704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C:\Users\cdo-rukizcentra\Desktop\7 черчение\этапы чертежа\8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52597" y="428604"/>
            <a:ext cx="8395667" cy="592935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C:\Users\cdo-rukizcentra\Desktop\7 черчение\этапы чертежа\9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09720" y="324660"/>
            <a:ext cx="8643998" cy="610473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C:\Users\cdo-rukizcentra\Desktop\7 черчение\этапы чертежа\1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38348" y="1038056"/>
            <a:ext cx="7500990" cy="5297498"/>
          </a:xfrm>
          <a:prstGeom prst="rect">
            <a:avLst/>
          </a:prstGeom>
          <a:noFill/>
        </p:spPr>
      </p:pic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1809720" y="285728"/>
            <a:ext cx="8643998" cy="714380"/>
          </a:xfrm>
        </p:spPr>
        <p:txBody>
          <a:bodyPr>
            <a:noAutofit/>
          </a:bodyPr>
          <a:lstStyle/>
          <a:p>
            <a:r>
              <a:rPr lang="ru-RU" sz="3200" dirty="0"/>
              <a:t>6. Обводка видимого контура детали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238348" y="500042"/>
            <a:ext cx="792961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dirty="0"/>
              <a:t>7. Нанесение размеров</a:t>
            </a:r>
          </a:p>
          <a:p>
            <a:r>
              <a:rPr lang="ru-RU" sz="3200" dirty="0"/>
              <a:t>8. Заполнение основной надписи</a:t>
            </a:r>
          </a:p>
        </p:txBody>
      </p:sp>
      <p:pic>
        <p:nvPicPr>
          <p:cNvPr id="12290" name="Picture 2" descr="C:\Users\cdo-rukizcentra\Desktop\7 черчение\плоская деталь\2-3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09852" y="1714488"/>
            <a:ext cx="6688344" cy="478634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D761E8-0D81-A798-A56C-0E536DE14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08886A7-125E-C147-E624-94A37D3F01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US"/>
          </a:p>
        </p:txBody>
      </p:sp>
      <p:pic>
        <p:nvPicPr>
          <p:cNvPr id="1026" name="Picture 2" descr="14. Виды чертежа. Расположение видов на чертеже">
            <a:extLst>
              <a:ext uri="{FF2B5EF4-FFF2-40B4-BE49-F238E27FC236}">
                <a16:creationId xmlns:a16="http://schemas.microsoft.com/office/drawing/2014/main" id="{A1474D6D-8CCC-69C1-5A50-F048693454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9925" y="0"/>
            <a:ext cx="83105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51433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Создание+трех+видов">
            <a:extLst>
              <a:ext uri="{FF2B5EF4-FFF2-40B4-BE49-F238E27FC236}">
                <a16:creationId xmlns:a16="http://schemas.microsoft.com/office/drawing/2014/main" id="{F41D454A-B0DE-3984-8251-776CADABAB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23568" y="68263"/>
            <a:ext cx="9144863" cy="6721475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39467015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Инженерная графика. 3 вида, изометрия. Вариант 28., YOUDRAFT.RU - скачать  бесплатные чертежи и 3D модели">
            <a:extLst>
              <a:ext uri="{FF2B5EF4-FFF2-40B4-BE49-F238E27FC236}">
                <a16:creationId xmlns:a16="http://schemas.microsoft.com/office/drawing/2014/main" id="{E5474A52-94B7-D5E2-2C07-065DDE032A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45841" y="68263"/>
            <a:ext cx="9500318" cy="6721475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41672005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BCC0A3-4E21-1396-08A1-70C9B9F30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4B40137-733E-825F-C086-88B72F33E0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US"/>
          </a:p>
        </p:txBody>
      </p:sp>
      <p:pic>
        <p:nvPicPr>
          <p:cNvPr id="3074" name="Picture 2" descr="Построение третьего вида и изометрии с вырезом четверти - Чертежик">
            <a:extLst>
              <a:ext uri="{FF2B5EF4-FFF2-40B4-BE49-F238E27FC236}">
                <a16:creationId xmlns:a16="http://schemas.microsoft.com/office/drawing/2014/main" id="{E2235506-94FF-7BCB-A574-020E1B6DBF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3513"/>
            <a:ext cx="12192000" cy="6530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2905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 descr="Изображение выглядит как диаграмма, зарисовка, Технический чертеж, рисунок&#10;&#10;Автоматически созданное описание">
            <a:extLst>
              <a:ext uri="{FF2B5EF4-FFF2-40B4-BE49-F238E27FC236}">
                <a16:creationId xmlns:a16="http://schemas.microsoft.com/office/drawing/2014/main" id="{6A56BB33-B2F2-4B5F-2BEB-120EF9DE6B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598" y="68263"/>
            <a:ext cx="11440803" cy="6721475"/>
          </a:xfrm>
          <a:noFill/>
        </p:spPr>
      </p:pic>
    </p:spTree>
    <p:extLst>
      <p:ext uri="{BB962C8B-B14F-4D97-AF65-F5344CB8AC3E}">
        <p14:creationId xmlns:p14="http://schemas.microsoft.com/office/powerpoint/2010/main" val="93099505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49</Words>
  <Application>Microsoft Macintosh PowerPoint</Application>
  <PresentationFormat>Широкоэкранный</PresentationFormat>
  <Paragraphs>9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0" baseType="lpstr">
      <vt:lpstr>Arial</vt:lpstr>
      <vt:lpstr>Calibri</vt:lpstr>
      <vt:lpstr>Тема Office</vt:lpstr>
      <vt:lpstr>Презентация PowerPoint</vt:lpstr>
      <vt:lpstr>Этапы построения  чертежа плоской детали</vt:lpstr>
      <vt:lpstr>1. Анализ формы детали, выбор формата листа</vt:lpstr>
      <vt:lpstr>2. Габаритный прямоугольник</vt:lpstr>
      <vt:lpstr>3. Дополнительные построения</vt:lpstr>
      <vt:lpstr>4. Основные элементы</vt:lpstr>
      <vt:lpstr>5. Выемки и выступы, вырезы</vt:lpstr>
      <vt:lpstr>Презентация PowerPoint</vt:lpstr>
      <vt:lpstr>Презентация PowerPoint</vt:lpstr>
      <vt:lpstr>Презентация PowerPoint</vt:lpstr>
      <vt:lpstr>6. Обводка видимого контура детали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 урок: Чертеж плоской детали</dc:title>
  <dc:creator>cdo-rukizcentra</dc:creator>
  <cp:lastModifiedBy>Сутягин Андрей Романович</cp:lastModifiedBy>
  <cp:revision>9</cp:revision>
  <dcterms:created xsi:type="dcterms:W3CDTF">2017-10-09T11:16:42Z</dcterms:created>
  <dcterms:modified xsi:type="dcterms:W3CDTF">2025-10-17T13:36:57Z</dcterms:modified>
</cp:coreProperties>
</file>